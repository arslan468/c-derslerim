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424" r:id="rId11"/>
    <p:sldId id="425" r:id="rId12"/>
    <p:sldId id="427" r:id="rId13"/>
    <p:sldId id="426" r:id="rId14"/>
    <p:sldId id="428" r:id="rId15"/>
    <p:sldId id="430" r:id="rId16"/>
    <p:sldId id="431" r:id="rId17"/>
    <p:sldId id="432" r:id="rId18"/>
    <p:sldId id="433" r:id="rId19"/>
    <p:sldId id="434" r:id="rId20"/>
    <p:sldId id="435" r:id="rId21"/>
    <p:sldId id="43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5A10B"/>
    <a:srgbClr val="FAEE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4" autoAdjust="0"/>
    <p:restoredTop sz="91727" autoAdjust="0"/>
  </p:normalViewPr>
  <p:slideViewPr>
    <p:cSldViewPr snapToGrid="0">
      <p:cViewPr varScale="1">
        <p:scale>
          <a:sx n="101" d="100"/>
          <a:sy n="101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FC7FF-46AE-4DAF-8BDF-DAFE36F7A7C1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81CED-CD98-440A-8475-31D2DE105E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561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800731-5314-45AB-A142-04F661BD40F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97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800731-5314-45AB-A142-04F661BD40F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6823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800731-5314-45AB-A142-04F661BD40F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659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A69E-417B-B927-313B-C6902001F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8E47C-3BA7-E497-E0E4-246912F87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890B-E6B3-0C79-CDD4-AE547E2D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36414-7CB0-6CB8-0F3D-CF3A1C75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6258-DE80-07ED-C495-E2247C41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672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3368-2193-551C-5596-5C12C551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23DB-BD21-6E96-ECFE-9985C9303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32E87-F9D8-9ED9-08B7-1186713E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BDF0-0AA0-75FA-6273-DCA43FB2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95A53-5311-7421-4063-3BBA529A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217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7FC0-0088-F142-7B85-4B1738B1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5DCBE-BEE5-DF80-BE60-B9DC5C30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90930-78E3-8643-7D70-7FB97C10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5C48-CB29-3514-34C3-359A1A15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7B4B8-F924-1337-2CDC-5653E374B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855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0ADE-50EF-3020-A706-50E4D25A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78B3-FB65-B381-C031-4AF8E8070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D7BE9-E65F-93DF-DFB6-D847385F4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23191-9E1A-B06F-EE9B-F33251B2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2FCFC-0364-B4D9-F662-6676075C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72FF5-154D-6BF2-55F4-C78FF4F8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174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DFDA-D1FD-4621-384E-0BAB1938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879D-8BF1-439F-081C-ECBF8ED40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07440-1C0E-5862-A50A-4563883D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603-4474-1E2A-A57A-84A2FD18F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5E209-6275-79B5-E1AD-7272B107C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4A13F-8D62-02FE-911C-EAA55B8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5F249-F6FD-11E8-D745-C84A3156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0A2DB-D4B1-14D4-32E3-70DC3213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27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DF4E-6A4C-7006-85F1-5BDF612B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43006-0B04-6FD9-7EA2-EB93C361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B9107-23D2-9E4C-2AD5-85E198F4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5B3B2-6C62-CADE-7325-A32942E5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2606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BF220-F3B9-7FE7-29AD-1C6D4DED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E2379-153D-299F-0D8A-FD474EF9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0CE1A-5D49-3295-DB76-8E50D165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195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2446-80AA-2949-B3BA-BE2F4E01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A003-48D2-A938-D595-E78AAD264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246A7-719D-809D-1937-922C07141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63FA5-33D3-9B38-67AD-7504FBE4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293-368F-8524-3243-2B53C971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BC328-9EE5-E86E-9CE5-4F26FF3D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356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59E3-3C7D-18D7-1393-004C33EF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4682C-4610-4F44-6895-569439A0C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53BB0-D46C-550B-3FF9-60890348C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A4C7D-CFEE-6046-43B8-A2014FAD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9F117-348A-192C-C2CC-F9BA79DB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CEFC4-E6B3-AEAA-2F1D-6E7F6F61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034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DED5-2D75-82DF-63E0-3AC6ADDF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BEBCA-6514-C98B-25B7-806D44EA3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05F27-16F7-FCBD-0305-718DA53A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4278B-E3F6-DA3D-8049-076B7318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F939-D38C-09C9-091B-54717684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801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B5EC5-934E-6170-6974-15D5D5EE7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2CBCF-FBCA-C221-EE95-4CDC34E59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71B0-B4CD-E8BC-5B94-90A4EBD0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413A-1D6D-F91A-3C1F-DF0B309E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514CB-5B7F-8CFD-4FDA-84FF8F7E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983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78302-BB23-4055-8137-C7BF252A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26203-C7E4-F921-875E-AA60AE52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CB880-2809-75BD-55C7-A0202AD6B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FC9A9-18C8-41B6-81D7-C89F2846A502}" type="datetimeFigureOut">
              <a:rPr lang="tr-TR" smtClean="0"/>
              <a:t>29.12.2025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70888-B6C3-6D11-67D5-0D3EB9A94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5D103-2B4B-C68D-8D16-D3AAFC615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F187F-7661-408F-92BA-063E9799999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763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FF5F4-577B-8F1F-F33D-185A22E9B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tr-TR"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Hafta-10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09D90-B02E-C4EE-2151-8AA7231F8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İbrahim Uğur YILMAZ</a:t>
            </a:r>
          </a:p>
        </p:txBody>
      </p:sp>
    </p:spTree>
    <p:extLst>
      <p:ext uri="{BB962C8B-B14F-4D97-AF65-F5344CB8AC3E}">
        <p14:creationId xmlns:p14="http://schemas.microsoft.com/office/powerpoint/2010/main" val="275168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5C9E-F610-3F77-00B0-A4192684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5E8B-F3C6-EC51-F16B-7275C49D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95235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BE006-1311-2C90-A6F4-645016C9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2936"/>
          </a:xfrm>
        </p:spPr>
        <p:txBody>
          <a:bodyPr/>
          <a:lstStyle/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çalışırken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boyutu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belli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olmayan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veya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fonksiyon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bittikten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sonra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da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yaşayacak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gerekirse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Stack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yetmez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esnek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değil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50FD1-B46D-DF1E-59D8-31D0DB84F12B}"/>
              </a:ext>
            </a:extLst>
          </p:cNvPr>
          <p:cNvSpPr txBox="1"/>
          <p:nvPr/>
        </p:nvSpPr>
        <p:spPr>
          <a:xfrm>
            <a:off x="1124147" y="521689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Çözüm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Heap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dinamik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3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987F-E067-1475-9EDA-0E0EC59E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Heap </a:t>
            </a:r>
            <a:r>
              <a:rPr lang="tr-TR" b="1" dirty="0"/>
              <a:t>Bellek </a:t>
            </a:r>
            <a:r>
              <a:rPr lang="en-US" b="1" dirty="0" err="1"/>
              <a:t>nedir</a:t>
            </a:r>
            <a:r>
              <a:rPr lang="en-US" b="1" dirty="0"/>
              <a:t>?</a:t>
            </a:r>
            <a:br>
              <a:rPr lang="en-US" b="1" dirty="0"/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915AC-9F7C-7AEB-482B-26A8EABDF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Program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çalışırken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ayrılır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Ömrünü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yönetirsin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Fonksiyon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bile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yaşar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Yavaş ama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esnek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C’de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heap’e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erişim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67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FB0F-B8C8-B0EA-B758-9D142EC9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D0A5-2CB8-8004-5F56-80000A5D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8C355-D5F2-1C39-3062-C577DCD1087E}"/>
              </a:ext>
            </a:extLst>
          </p:cNvPr>
          <p:cNvSpPr txBox="1"/>
          <p:nvPr/>
        </p:nvSpPr>
        <p:spPr>
          <a:xfrm>
            <a:off x="669303" y="1878357"/>
            <a:ext cx="7107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byte-sayısı);</a:t>
            </a: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*p);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C016A-EF57-5D80-D715-6C36D363ED9A}"/>
              </a:ext>
            </a:extLst>
          </p:cNvPr>
          <p:cNvSpPr txBox="1"/>
          <p:nvPr/>
        </p:nvSpPr>
        <p:spPr>
          <a:xfrm>
            <a:off x="1071513" y="2961077"/>
            <a:ext cx="50244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*q;</a:t>
            </a:r>
          </a:p>
          <a:p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malloc(10 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if (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NULL) 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("malloc failed\n"); 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return(-1); 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(p); 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521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F699-9C39-F931-CEE7-F17EF302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EB1A-8F81-1890-18FC-A1106F65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Örnek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5740E-D387-22C6-3601-64742541FA70}"/>
              </a:ext>
            </a:extLst>
          </p:cNvPr>
          <p:cNvSpPr txBox="1"/>
          <p:nvPr/>
        </p:nvSpPr>
        <p:spPr>
          <a:xfrm>
            <a:off x="838200" y="1829860"/>
            <a:ext cx="54518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*p =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(p == NULL)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*p = 42;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("%d\n", *p);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(p);      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p = NULL;     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FD4A1-ABE1-B0B6-90BB-B1BFE19413E4}"/>
              </a:ext>
            </a:extLst>
          </p:cNvPr>
          <p:cNvSpPr txBox="1"/>
          <p:nvPr/>
        </p:nvSpPr>
        <p:spPr>
          <a:xfrm>
            <a:off x="6768445" y="2366128"/>
            <a:ext cx="5271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şart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Çünkü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otomatik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temizlenmez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free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yoksa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memory leak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18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5468-85A9-98C4-C64C-B65EDBCE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8388-AFAF-63AA-D2AB-2F11C878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AD466-0392-7C4D-1C2D-B9E87E83C2D6}"/>
              </a:ext>
            </a:extLst>
          </p:cNvPr>
          <p:cNvSpPr txBox="1"/>
          <p:nvPr/>
        </p:nvSpPr>
        <p:spPr>
          <a:xfrm>
            <a:off x="838200" y="1829860"/>
            <a:ext cx="54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*a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(5,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E26FE-333C-B24A-BC5B-9C72EB95B1DD}"/>
              </a:ext>
            </a:extLst>
          </p:cNvPr>
          <p:cNvSpPr txBox="1"/>
          <p:nvPr/>
        </p:nvSpPr>
        <p:spPr>
          <a:xfrm>
            <a:off x="2648932" y="2714919"/>
            <a:ext cx="5271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elemanlık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dizisi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Hepsi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başlar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vs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farkı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 →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çöp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değer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olabilir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garanti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41143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0213-2527-EF63-C427-3451440B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Dinamik dizi  tanımla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56F85-7276-89CF-F407-6E261FF3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7853313" cy="2934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n;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&amp;n);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malloc(n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for(int i=0;i&lt;n;i++)</a:t>
            </a:r>
          </a:p>
          <a:p>
            <a:pPr marL="0" indent="0">
              <a:buNone/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    arr[i] = i * 10;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EFBAE-432F-0A1E-D92B-B65B2CF3407B}"/>
              </a:ext>
            </a:extLst>
          </p:cNvPr>
          <p:cNvSpPr txBox="1"/>
          <p:nvPr/>
        </p:nvSpPr>
        <p:spPr>
          <a:xfrm>
            <a:off x="3987539" y="5068246"/>
            <a:ext cx="6954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runtime’da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belirlendi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Stack’te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mümkün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değildi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mümkün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F4A9-C669-8C7A-CC71-FB3ABB959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büyüt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küçült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E32E0-59C3-B4CB-415B-F13EAC3C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free(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460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526F-FE73-A8B6-A19B-45339CD5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46E5-32E7-F464-1666-B99AED08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(!</a:t>
            </a:r>
            <a:r>
              <a:rPr lang="en-US" dirty="0" err="1"/>
              <a:t>arr</a:t>
            </a:r>
            <a:r>
              <a:rPr lang="en-US" dirty="0"/>
              <a:t>) return 1; 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6B99-FD02-016A-E616-B490403BA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malloc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NULL döner?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Çünkü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ayırma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garanti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değildir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Yetersiz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RAM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Fragmentation (heap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parçalanması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Aşırı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büyük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Sistem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 OS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limiti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32-bit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sistemde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adres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alanı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dolu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ayrılamazsa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NULL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döndürülür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82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88840" y="550124"/>
            <a:ext cx="6501773" cy="5715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tr-T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Aritmetiği</a:t>
            </a:r>
          </a:p>
        </p:txBody>
      </p:sp>
      <p:pic>
        <p:nvPicPr>
          <p:cNvPr id="1935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1158" y="2071679"/>
            <a:ext cx="8786842" cy="29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7954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İçerik Yer Tutucusu 2"/>
          <p:cNvSpPr txBox="1">
            <a:spLocks/>
          </p:cNvSpPr>
          <p:nvPr/>
        </p:nvSpPr>
        <p:spPr>
          <a:xfrm>
            <a:off x="2095472" y="1071547"/>
            <a:ext cx="5662626" cy="3460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400" dirty="0" err="1"/>
              <a:t>int</a:t>
            </a:r>
            <a:r>
              <a:rPr lang="en-US" sz="2400" dirty="0"/>
              <a:t> *p;</a:t>
            </a:r>
          </a:p>
          <a:p>
            <a:pPr>
              <a:spcBef>
                <a:spcPct val="20000"/>
              </a:spcBef>
              <a:defRPr/>
            </a:pPr>
            <a:r>
              <a:rPr lang="en-US" sz="2400" dirty="0"/>
              <a:t>p = </a:t>
            </a:r>
            <a:r>
              <a:rPr lang="en-US" sz="2400" dirty="0" err="1"/>
              <a:t>malloc</a:t>
            </a:r>
            <a:r>
              <a:rPr lang="en-US" sz="2400" dirty="0"/>
              <a:t>( </a:t>
            </a:r>
            <a:r>
              <a:rPr lang="tr-TR" sz="2400" dirty="0"/>
              <a:t>10*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));</a:t>
            </a:r>
            <a:endParaRPr lang="tr-TR" sz="2400" dirty="0"/>
          </a:p>
          <a:p>
            <a:pPr>
              <a:spcBef>
                <a:spcPct val="20000"/>
              </a:spcBef>
              <a:defRPr/>
            </a:pPr>
            <a:r>
              <a:rPr lang="tr-TR" sz="2400" dirty="0"/>
              <a:t>*p = 25;</a:t>
            </a:r>
          </a:p>
          <a:p>
            <a:pPr>
              <a:spcBef>
                <a:spcPct val="20000"/>
              </a:spcBef>
              <a:defRPr/>
            </a:pPr>
            <a:r>
              <a:rPr lang="tr-TR" sz="2400" dirty="0"/>
              <a:t>p++;</a:t>
            </a:r>
          </a:p>
          <a:p>
            <a:pPr>
              <a:spcBef>
                <a:spcPct val="20000"/>
              </a:spcBef>
              <a:defRPr/>
            </a:pPr>
            <a:r>
              <a:rPr lang="tr-TR" sz="2400" dirty="0"/>
              <a:t>*p = 35;</a:t>
            </a:r>
          </a:p>
          <a:p>
            <a:pPr>
              <a:spcBef>
                <a:spcPct val="20000"/>
              </a:spcBef>
              <a:defRPr/>
            </a:pPr>
            <a:endParaRPr lang="tr-TR" sz="2400" dirty="0"/>
          </a:p>
          <a:p>
            <a:pPr>
              <a:spcBef>
                <a:spcPct val="20000"/>
              </a:spcBef>
              <a:defRPr/>
            </a:pPr>
            <a:r>
              <a:rPr lang="tr-TR" sz="2400" dirty="0"/>
              <a:t>p[0] = 25;</a:t>
            </a:r>
          </a:p>
          <a:p>
            <a:pPr>
              <a:spcBef>
                <a:spcPct val="20000"/>
              </a:spcBef>
              <a:defRPr/>
            </a:pPr>
            <a:r>
              <a:rPr lang="tr-TR" sz="2400" dirty="0"/>
              <a:t>p[1] = 35;</a:t>
            </a:r>
          </a:p>
        </p:txBody>
      </p:sp>
    </p:spTree>
    <p:extLst>
      <p:ext uri="{BB962C8B-B14F-4D97-AF65-F5344CB8AC3E}">
        <p14:creationId xmlns:p14="http://schemas.microsoft.com/office/powerpoint/2010/main" val="110067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98B8-FCFB-2FD3-F80B-CB989A6A0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1" y="13044"/>
            <a:ext cx="10515600" cy="1325563"/>
          </a:xfrm>
        </p:spPr>
        <p:txBody>
          <a:bodyPr/>
          <a:lstStyle/>
          <a:p>
            <a:r>
              <a:rPr lang="tr-TR" dirty="0"/>
              <a:t>Örnek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E189C-64F7-5B08-848F-A261D09F5B72}"/>
              </a:ext>
            </a:extLst>
          </p:cNvPr>
          <p:cNvSpPr txBox="1"/>
          <p:nvPr/>
        </p:nvSpPr>
        <p:spPr>
          <a:xfrm>
            <a:off x="2205872" y="1338607"/>
            <a:ext cx="93794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n=5;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 \n :  %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*)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(n *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("\n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uzunlugu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:%d",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[0]));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7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Dikdörtgen"/>
          <p:cNvSpPr/>
          <p:nvPr/>
        </p:nvSpPr>
        <p:spPr>
          <a:xfrm>
            <a:off x="2502299" y="634600"/>
            <a:ext cx="614365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x,j,k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*p;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*q;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(10*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 = p;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*p = 4;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 j = 0; j &lt; 10; j++)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*p;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p++;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*p = x + j;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 k = 0; k &lt; 10; k++)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("*q : %d\n", *q);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q++;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4FD2D-A0BF-9B23-2CB6-21AD13D5A32C}"/>
              </a:ext>
            </a:extLst>
          </p:cNvPr>
          <p:cNvSpPr txBox="1"/>
          <p:nvPr/>
        </p:nvSpPr>
        <p:spPr>
          <a:xfrm>
            <a:off x="791852" y="26526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b="1" dirty="0"/>
              <a:t>ÖRNEK</a:t>
            </a:r>
          </a:p>
        </p:txBody>
      </p:sp>
    </p:spTree>
    <p:extLst>
      <p:ext uri="{BB962C8B-B14F-4D97-AF65-F5344CB8AC3E}">
        <p14:creationId xmlns:p14="http://schemas.microsoft.com/office/powerpoint/2010/main" val="3500811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294F-524F-4835-D806-417BF215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0E18-DDFF-7C34-F924-66220BF6A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*x =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));   // 1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int'lik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yer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(x == NULL) {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*x = 42;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Deger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: %d\n", *x);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02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7D9A-D7DF-B0E3-E866-4C87A9A2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B39A-CB3C-9D62-25A4-EF02672E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08E07-2921-300B-BB2A-7AA946B4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*x =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*x);   //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x'in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isaret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ettigi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tür kadar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(x == NULL) {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*x = 42;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Deger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: %d\n", *x);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pPr marL="0" indent="0">
              <a:buNone/>
            </a:pP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8191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FFB8-5D39-2C17-DB6C-90632DDB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Struct</a:t>
            </a:r>
            <a:br>
              <a:rPr lang="tr-TR" b="1" dirty="0"/>
            </a:br>
            <a:endParaRPr lang="tr-T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9F5E1-A7CB-1B48-8A9B-B7A0AE68D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53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Birden fazla farklı türdeki veriyi tek bir isim altında tutar.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no;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float ort;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harf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84758E-1D24-31BF-B5D7-264D75C5C013}"/>
              </a:ext>
            </a:extLst>
          </p:cNvPr>
          <p:cNvSpPr txBox="1"/>
          <p:nvPr/>
        </p:nvSpPr>
        <p:spPr>
          <a:xfrm>
            <a:off x="1093509" y="602372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Bellekte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duran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veri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bloğu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tarif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eder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Henüz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değişken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oluşturmaz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sadece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şablondur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9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64B2-1C34-384B-D689-E45E312D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 Kullanımı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7F903-EC52-D16F-0DC6-E65BD3851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3765"/>
          </a:xfrm>
        </p:spPr>
        <p:txBody>
          <a:bodyPr/>
          <a:lstStyle/>
          <a:p>
            <a:pPr marL="0" indent="0">
              <a:buNone/>
            </a:pP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o1;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o1.no = 123;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o1.ort = 3.45f;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o1.harf = 'A';</a:t>
            </a:r>
          </a:p>
          <a:p>
            <a:pPr marL="0" indent="0">
              <a:buNone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589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97B9-408E-DDA3-6018-2749D7B5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Erişim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7B826-0AE0-C6A5-FF78-94E2CF6E24CA}"/>
              </a:ext>
            </a:extLst>
          </p:cNvPr>
          <p:cNvSpPr txBox="1"/>
          <p:nvPr/>
        </p:nvSpPr>
        <p:spPr>
          <a:xfrm>
            <a:off x="1093509" y="1885361"/>
            <a:ext cx="252825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a.no = 10;</a:t>
            </a: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a.ort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= 3.25;</a:t>
            </a:r>
          </a:p>
          <a:p>
            <a:r>
              <a:rPr lang="tr-TR" b="1" dirty="0">
                <a:latin typeface="Courier New" panose="02070309020205020404" pitchFamily="49" charset="0"/>
                <a:cs typeface="Courier New" panose="02070309020205020404" pitchFamily="49" charset="0"/>
              </a:rPr>
              <a:t>Normal erişim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1372-78A7-1B4A-A1D9-433DDD2EFD27}"/>
              </a:ext>
            </a:extLst>
          </p:cNvPr>
          <p:cNvSpPr txBox="1"/>
          <p:nvPr/>
        </p:nvSpPr>
        <p:spPr>
          <a:xfrm>
            <a:off x="5956953" y="1885361"/>
            <a:ext cx="45162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*p = &amp;b;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p-&gt;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= 20;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p-&gt;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= 2.90;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p-&gt;no ≡ (*p).no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ile Erişim</a:t>
            </a:r>
          </a:p>
        </p:txBody>
      </p:sp>
    </p:spTree>
    <p:extLst>
      <p:ext uri="{BB962C8B-B14F-4D97-AF65-F5344CB8AC3E}">
        <p14:creationId xmlns:p14="http://schemas.microsoft.com/office/powerpoint/2010/main" val="116490453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2295-7052-B77D-DC43-C7400E90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0B0F3-E4A9-E211-577C-7A05946406D5}"/>
              </a:ext>
            </a:extLst>
          </p:cNvPr>
          <p:cNvSpPr txBox="1"/>
          <p:nvPr/>
        </p:nvSpPr>
        <p:spPr>
          <a:xfrm>
            <a:off x="1121789" y="2573518"/>
            <a:ext cx="390683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struct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struct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*p = &amp;a;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a 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p (adres)   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alanda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83D4B-C88E-7B21-5230-E0EB1A444DE5}"/>
              </a:ext>
            </a:extLst>
          </p:cNvPr>
          <p:cNvSpPr txBox="1"/>
          <p:nvPr/>
        </p:nvSpPr>
        <p:spPr>
          <a:xfrm>
            <a:off x="6777872" y="2460395"/>
            <a:ext cx="597471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struct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*p = malloc(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*p);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p →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p’nin gösterdiği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956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74F0-B0AB-9A83-4CDE-0BFB506B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156489" cy="1325563"/>
          </a:xfrm>
        </p:spPr>
        <p:txBody>
          <a:bodyPr/>
          <a:lstStyle/>
          <a:p>
            <a:r>
              <a:rPr lang="tr-TR" dirty="0" err="1"/>
              <a:t>Typedef</a:t>
            </a:r>
            <a:r>
              <a:rPr lang="tr-TR" dirty="0"/>
              <a:t>  Kullanımı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8A58-5AFD-2800-390A-8F904DEE7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28" y="2050612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*p;</a:t>
            </a:r>
          </a:p>
          <a:p>
            <a:pPr marL="0" indent="0">
              <a:buNone/>
            </a:pPr>
            <a:r>
              <a:rPr lang="tr-T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tr-T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1AB4A-FD61-BAD8-5865-8122A2211F95}"/>
              </a:ext>
            </a:extLst>
          </p:cNvPr>
          <p:cNvSpPr txBox="1"/>
          <p:nvPr/>
        </p:nvSpPr>
        <p:spPr>
          <a:xfrm>
            <a:off x="5835191" y="1792794"/>
            <a:ext cx="557124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a;      //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yok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Ogrenci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*p;     //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açıkça görülüyor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a.no = 10;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p = &amp;a;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p-&gt;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= 3.40;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07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BBF5-7B5B-0652-10DA-7DF3B60F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28" y="41534"/>
            <a:ext cx="10515600" cy="1325563"/>
          </a:xfrm>
        </p:spPr>
        <p:txBody>
          <a:bodyPr/>
          <a:lstStyle/>
          <a:p>
            <a:r>
              <a:rPr lang="tr-TR" dirty="0" err="1"/>
              <a:t>Struct</a:t>
            </a:r>
            <a:r>
              <a:rPr lang="tr-TR" dirty="0"/>
              <a:t> </a:t>
            </a:r>
            <a:r>
              <a:rPr lang="tr-TR" dirty="0" err="1"/>
              <a:t>Ornek</a:t>
            </a:r>
            <a:r>
              <a:rPr lang="tr-TR" dirty="0"/>
              <a:t> </a:t>
            </a:r>
            <a:r>
              <a:rPr lang="tr-TR" dirty="0" err="1"/>
              <a:t>Goster</a:t>
            </a:r>
            <a:endParaRPr lang="tr-T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BD215-EA51-CC08-7EC1-C9966960DFE0}"/>
              </a:ext>
            </a:extLst>
          </p:cNvPr>
          <p:cNvSpPr txBox="1"/>
          <p:nvPr/>
        </p:nvSpPr>
        <p:spPr>
          <a:xfrm>
            <a:off x="687371" y="1301320"/>
            <a:ext cx="72405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Kitap kitaplar[3] =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{101, "C Programlama", 1},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{102, "Veri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Yapilari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", 0},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{103, "Algoritmalar", 1}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3; i++) {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("Kitap %d\n", i + 1);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 No   : %d\n", kitaplar[i].id);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 Ad   : %s\n", kitaplar[i].ad);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(kitaplar[i].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rafta_mi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 Durum: Rafta\n\n");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(" Durum: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Odunc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alinmis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\n\n");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09ED5-4771-C612-125E-A621C93CF08C}"/>
              </a:ext>
            </a:extLst>
          </p:cNvPr>
          <p:cNvSpPr txBox="1"/>
          <p:nvPr/>
        </p:nvSpPr>
        <p:spPr>
          <a:xfrm>
            <a:off x="8312085" y="1301320"/>
            <a:ext cx="35995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#include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typedef</a:t>
            </a:r>
            <a:r>
              <a:rPr lang="tr-TR" dirty="0"/>
              <a:t> </a:t>
            </a:r>
            <a:r>
              <a:rPr lang="tr-TR" dirty="0" err="1"/>
              <a:t>struct</a:t>
            </a:r>
            <a:r>
              <a:rPr lang="tr-TR" dirty="0"/>
              <a:t> {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id;</a:t>
            </a:r>
          </a:p>
          <a:p>
            <a:r>
              <a:rPr lang="tr-TR" dirty="0"/>
              <a:t>    </a:t>
            </a:r>
            <a:r>
              <a:rPr lang="tr-TR" dirty="0" err="1"/>
              <a:t>char</a:t>
            </a:r>
            <a:r>
              <a:rPr lang="tr-TR" dirty="0"/>
              <a:t> ad[30];</a:t>
            </a:r>
          </a:p>
          <a:p>
            <a:r>
              <a:rPr lang="tr-TR" dirty="0"/>
              <a:t>   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rafta_mi</a:t>
            </a:r>
            <a:r>
              <a:rPr lang="tr-TR" dirty="0"/>
              <a:t>;   // 1 = evet, 0 = hayır</a:t>
            </a:r>
          </a:p>
          <a:p>
            <a:r>
              <a:rPr lang="tr-TR" dirty="0"/>
              <a:t>} Kitap;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688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B552CC-4471-43E5-AC55-D42AB6D306EE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1246</Words>
  <Application>Microsoft Office PowerPoint</Application>
  <PresentationFormat>Widescreen</PresentationFormat>
  <Paragraphs>279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Times New Roman</vt:lpstr>
      <vt:lpstr>Office Theme</vt:lpstr>
      <vt:lpstr>Hafta-10</vt:lpstr>
      <vt:lpstr>Problem</vt:lpstr>
      <vt:lpstr>Heap Bellek nedir? </vt:lpstr>
      <vt:lpstr>Malloc</vt:lpstr>
      <vt:lpstr>Malloc Örnek</vt:lpstr>
      <vt:lpstr>Calloc</vt:lpstr>
      <vt:lpstr>Dinamik dizi  tanımla</vt:lpstr>
      <vt:lpstr>Realloc (büyüt / küçült)</vt:lpstr>
      <vt:lpstr>if (!arr) return 1; </vt:lpstr>
      <vt:lpstr>PowerPoint Presentation</vt:lpstr>
      <vt:lpstr>PowerPoint Presentation</vt:lpstr>
      <vt:lpstr>Örnek </vt:lpstr>
      <vt:lpstr>PowerPoint Presentation</vt:lpstr>
      <vt:lpstr>Örnek</vt:lpstr>
      <vt:lpstr>Örnek</vt:lpstr>
      <vt:lpstr>Struct </vt:lpstr>
      <vt:lpstr>Struct Kullanımı</vt:lpstr>
      <vt:lpstr>Struct Erişim</vt:lpstr>
      <vt:lpstr>PowerPoint Presentation</vt:lpstr>
      <vt:lpstr>Typedef  Kullanımı</vt:lpstr>
      <vt:lpstr>Struct Ornek Goster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İBRAHİM UĞUR YILMAZ</dc:creator>
  <cp:lastModifiedBy>İbrahim Uğur Yılmaz</cp:lastModifiedBy>
  <cp:revision>84</cp:revision>
  <dcterms:created xsi:type="dcterms:W3CDTF">2025-09-09T08:46:41Z</dcterms:created>
  <dcterms:modified xsi:type="dcterms:W3CDTF">2025-12-29T11:10:23Z</dcterms:modified>
</cp:coreProperties>
</file>